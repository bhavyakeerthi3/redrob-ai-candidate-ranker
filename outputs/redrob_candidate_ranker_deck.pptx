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6b729c6f2841d9" /><Relationship Type="http://schemas.openxmlformats.org/officeDocument/2006/relationships/extended-properties" Target="/docProps/app.xml" Id="Rc4bd0eb50dc34229" /><Relationship Type="http://schemas.openxmlformats.org/officeDocument/2006/relationships/officeDocument" Target="/ppt/presentation.xml" Id="Rb0493add7104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44a9599684472"/>
  </p:sldMasterIdLst>
  <p:notesMasterIdLst>
    <p:notesMasterId xmlns:r="http://schemas.openxmlformats.org/officeDocument/2006/relationships" r:id="R0acc075450d147ec"/>
  </p:notesMasterIdLst>
  <p:sldIdLst>
    <p:sldId xmlns:r="http://schemas.openxmlformats.org/officeDocument/2006/relationships" id="256" r:id="Rbc76110fff724fe5"/>
    <p:sldId xmlns:r="http://schemas.openxmlformats.org/officeDocument/2006/relationships" id="257" r:id="Rf6d458fdbbe24418"/>
    <p:sldId xmlns:r="http://schemas.openxmlformats.org/officeDocument/2006/relationships" id="258" r:id="R96271b32c02e47d3"/>
    <p:sldId xmlns:r="http://schemas.openxmlformats.org/officeDocument/2006/relationships" id="259" r:id="R2d980dd345304d46"/>
    <p:sldId xmlns:r="http://schemas.openxmlformats.org/officeDocument/2006/relationships" id="260" r:id="R8665a65d9d894a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eedd31c21c4081" /><Relationship Type="http://schemas.openxmlformats.org/officeDocument/2006/relationships/slideMaster" Target="/ppt/slideMasters/slideMaster1.xml" Id="R94644a9599684472" /><Relationship Type="http://schemas.openxmlformats.org/officeDocument/2006/relationships/notesMaster" Target="/ppt/notesMasters/notesMaster1.xml" Id="R0acc075450d147ec" /><Relationship Type="http://schemas.openxmlformats.org/officeDocument/2006/relationships/presProps" Target="/ppt/presProps.xml" Id="Rafb5928deeda4acf" /><Relationship Type="http://schemas.openxmlformats.org/officeDocument/2006/relationships/tableStyles" Target="/ppt/tableStyles.xml" Id="R5f972e46c11a4a86" /><Relationship Type="http://schemas.openxmlformats.org/officeDocument/2006/relationships/slide" Target="/ppt/slides/slide1.xml" Id="Rbc76110fff724fe5" /><Relationship Type="http://schemas.openxmlformats.org/officeDocument/2006/relationships/slide" Target="/ppt/slides/slide2.xml" Id="Rf6d458fdbbe24418" /><Relationship Type="http://schemas.openxmlformats.org/officeDocument/2006/relationships/slide" Target="/ppt/slides/slide3.xml" Id="R96271b32c02e47d3" /><Relationship Type="http://schemas.openxmlformats.org/officeDocument/2006/relationships/slide" Target="/ppt/slides/slide4.xml" Id="R2d980dd345304d46" /><Relationship Type="http://schemas.openxmlformats.org/officeDocument/2006/relationships/slide" Target="/ppt/slides/slide5.xml" Id="R8665a65d9d894a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c1394797fc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b13e2543c34033" /><Relationship Type="http://schemas.openxmlformats.org/officeDocument/2006/relationships/notesMaster" Target="/ppt/notesMasters/notesMaster1.xml" Id="Rcc7c9e6f51a4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e420621c14d6c" /><Relationship Type="http://schemas.openxmlformats.org/officeDocument/2006/relationships/notesMaster" Target="/ppt/notesMasters/notesMaster1.xml" Id="Rd52bf81aa357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4b0a4ea9744c7" /><Relationship Type="http://schemas.openxmlformats.org/officeDocument/2006/relationships/notesMaster" Target="/ppt/notesMasters/notesMaster1.xml" Id="R524db5f3d489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6b1a416aa4325" /><Relationship Type="http://schemas.openxmlformats.org/officeDocument/2006/relationships/notesMaster" Target="/ppt/notesMasters/notesMaster1.xml" Id="R6c937569a9f549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cf7c1054554023" /><Relationship Type="http://schemas.openxmlformats.org/officeDocument/2006/relationships/notesMaster" Target="/ppt/notesMasters/notesMaster1.xml" Id="R91dcdcba71fc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e90f3ad5c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f1944186fa4b00" /><Relationship Type="http://schemas.openxmlformats.org/officeDocument/2006/relationships/slideLayout" Target="/ppt/slideLayouts/slideLayout1.xml" Id="Rab7dc1f9e7b2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dc1f9e7b2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ade14f6dc4cf4" /><Relationship Type="http://schemas.openxmlformats.org/officeDocument/2006/relationships/notesSlide" Target="/ppt/notesSlides/notesSlide1.xml" Id="R1be84da5460c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5844ce86e49e4" /><Relationship Type="http://schemas.openxmlformats.org/officeDocument/2006/relationships/notesSlide" Target="/ppt/notesSlides/notesSlide2.xml" Id="Rbbbace16d90e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8825a48b04956" /><Relationship Type="http://schemas.openxmlformats.org/officeDocument/2006/relationships/notesSlide" Target="/ppt/notesSlides/notesSlide3.xml" Id="R42f7cfa85b0c4e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76cdbfe4244ae" /><Relationship Type="http://schemas.openxmlformats.org/officeDocument/2006/relationships/notesSlide" Target="/ppt/notesSlides/notesSlide4.xml" Id="Raff71f833676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11ec8ead545c2" /><Relationship Type="http://schemas.openxmlformats.org/officeDocument/2006/relationships/notesSlide" Target="/ppt/notesSlides/notesSlide5.xml" Id="Rf248fd1da00d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1B15D-CA5E-4318-82A9-DF27B7A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6EAB4-64FC-4D8D-863D-884B134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TRACK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8A7D9-0037-4BD7-BAC9-5E52E2B9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Intelligent Candidate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BCD8E-8471-4DB9-850E-CE6A886A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AI Recruiter Ranker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1C0E7-E5D2-48A8-A673-C38629BE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A CPU-only, explainable ranking system for the Senior AI Engineer JD. It looks for shipped retrieval and ranking work, not just AI keywords.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7DA18-53FB-4E88-8145-2825515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35623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D87C3-70F4-4139-B567-C39DC78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100K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35D9A-C13C-40A3-A801-B55FEF6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candidate profiles streamed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630F5-0D92-45B5-B069-DE4B1AB7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B4AD0-BD00-4EA0-8575-8ABC537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 network. No GPU. No hosted LLM calls during ranking.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DAFAF-0378-49F6-9954-F0A9120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Redrob Data &amp; AI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4FEA4-4F0F-4AF0-9CC4-A04FAA7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5391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080B2-C351-455C-9474-448138A9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JOB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04480-9B3D-4D08-A4BF-8DDFAFE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What the JD actually rewards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EA711-0A0A-4CAB-9A85-85A19F4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E5CFE-54A9-4515-9BF9-DF2E617E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125E2-E22E-4959-8923-F071FC5C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Production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57865-D664-4917-B522-A620B45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57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Embeddings, vector search, hybrid retrieval, ranking systems deployed to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4FE0A-6AB0-4519-B535-07E84CFE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42082-82AD-451C-AB1D-76BC75B2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Senior shipper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32691-1E94-445C-A784-297345F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5-9 year sweet spot, hands-on Python, product-company delivery, not pure research.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48AD1-0CD5-4CFA-9AB1-FCF212D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A640B-96BE-4775-81F5-41C1520E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Evaluation maturity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A25F5-484E-469B-998F-9BC5852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32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NDCG, MRR, A/B tests, offline benchmarks, feedback loops.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26BDE-786C-4EE9-8801-0E1AA10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A63E3-29F9-4BF0-BAF3-A77EE797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Recruitability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29E09-C0E1-4F23-A373-0AC9A18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862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Recent activity, recruiter response, notice period, location or relocation fit.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444D1-AC50-4CE7-8A78-564959B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55581-48F4-441A-993B-B4D63E4F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Anti-keyword 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CE00F-A8F5-4169-884E-8D6DAEB0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Business titles with stuffed AI skills should not outrank real builders.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B9FE7-4C50-44E2-9482-F350DB1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Redrob Data &amp; AI Challenge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F43B6-25CE-4020-A552-77322E72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4752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652A9E-4A4F-4600-8B8F-AD9FA068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MODEL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6970E-29AC-49E5-83DC-DAD1B01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Hybrid scoring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019B3-3198-492D-A94F-E758188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48023-DD83-4219-ADA9-92A6344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076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5C8F-DF96-4014-B657-4CCEB526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214B8-3524-4EAA-8F63-7A49B20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4A5C8-1B16-481E-B2B3-38E27F0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Stream JSONL into profile, career, skills,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335A-4F15-45D0-9F79-84EF2D26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45290-6EBA-4135-9F67-0CAB869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76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469BC-6571-404B-90DD-83D4632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A2D09-7AE2-4B28-9E8D-4E8AF00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811AE-4A80-4E2B-95AD-A144913C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528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Convert JD needs into title, career, skill, product, availability.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B43B6-75BD-4BAC-A391-385461CB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BC03A-F53E-483A-B26A-1840006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2076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58B6A-1ABC-4330-AE85-A4FBFF6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CBDCC-B3C0-4AFC-A70A-825B0965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C067-DBF5-4BF6-AA2C-426F8C7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Combine weighted evidence with deterministic tie-breaks.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6F4E0-F392-4B0D-919E-14867BB3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38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3CD97-1A7A-4FCB-8A18-B00857B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076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9847D-446A-490F-8C28-C9FF2E4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33AA1-D351-436F-8760-DB044412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60A88-9551-44F5-9147-A121A231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Penalize keyword stuffing and impossible profiles.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12818-6DC0-49A1-8C2B-3525B521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38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FFE02-6BC5-4169-8944-81F79BD7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2076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EEA65-8E3C-4F05-985A-341E1680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FC6D1-89B6-4401-A721-4B78465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Explain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BA6F3-98F9-424E-A427-12EC474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5280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Emit top 100 CSV with fact-grounded reasoning.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F06C1-E785-4217-A929-6A82F18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Redrob Data &amp; AI Challenge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F8DF4-8779-49C6-9AFA-76868D8F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9132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EB04A-93A9-45EB-9FA7-D5C9FE6A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RANKING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802BB-3BAA-455F-A553-A653569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Signal weights are recruiter-shaped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D905-3663-48B8-A037-3215FAB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08020-EBE6-491F-87F8-9D31A4D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Career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DFC68-4835-438A-8AEA-CA17BEE5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E3B45-2759-4D89-B3C0-A74433F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B5A19-4CAC-494B-B0C6-86CD0142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029C5-0D69-448E-915D-82564A7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Title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A451B-D9F8-4A69-9BDA-F8E4C9E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BD82A-52A7-436E-8DA8-E96CDA7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56692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DD623-2075-477D-913A-B23CC762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8356A-D492-4AF7-AC2C-00F23C9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Trusted skills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D80C0-6287-4111-B28A-306CC23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92F6F-FAD3-4040-8B25-3F913C1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42519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C8AEB-7CF1-49AF-B3F3-4C0433DE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4E2B0-0A4A-4C2A-8F98-7AEA8E0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Availability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DB09E-3958-4B22-AA7E-D3F4F5F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67319-D1E5-42B2-973C-778BCF01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30708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61E6E-7E3E-48A6-B562-1CF2FAC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793E8-F178-4A06-8381-CE0D37F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5EECE-345A-44D8-BF8F-17D8686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87FB4-FFF0-4986-90B4-8A98B9BE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72869-F97C-41B4-A794-8F5C94A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1A7A9-3668-4652-9F17-234DC55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Product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CA5CF-74C3-405B-904A-35886A0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F5363-FD0D-4D96-B3FF-889A0C0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A8949-DF25-40C2-8359-B1B7B49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768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81CE4-D478-4C7A-9D96-BF478E59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largest weights sit on career and title evidence because the JD warns that skills-only matching is the trap.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335B5-2FF1-4D70-8890-8C5442B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Redrob Data &amp; AI Challenge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0BB16-9138-469D-AE60-BF2BE6EE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7874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2AE00-1CF0-4BD3-84C7-F1A31694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2FE8-17F2-4DE1-AE95-A7EDB4E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Submission-ready and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7ADE1-FCFF-4E89-84EB-993338A1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694A-3BC4-49BC-B0D7-BAF9DF3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30072-F674-43C3-9FBD-EDFF6B40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23C4B-52A4-4D49-B12D-1653FFC5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ranked candidates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9D0F3-46D4-462D-9435-FDC0E0D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621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2777F-2FD2-4EA4-B1ED-3EA6036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6029B-14FB-4049-A5F3-69736F7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official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F0A3F-4E93-49CB-8B42-B313B60C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5BE55-3C36-4608-96BD-94AA780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~37s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C7B4D-5979-4614-8626-A9905B1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100K streamed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ABFFF-A211-472E-8B19-776959A4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EAB1E-3F06-4702-9E06-01B9B9FC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71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48BD6-C1CF-4DB1-93A9-C7AF654F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runtime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E7674-1088-4BD2-BD25-0D0E1BA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Top output examples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298B0-07BD-4482-85D4-00A94549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1. Lead AI Engineer, 6.7 years, retrieval + vector search + recommendations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2. Staff Machine Learning Engineer, 7.0 years, retrieval + semantic search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3. Senior NLP Engineer, 5.2 years, vector search + ranking +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BEFA6-801E-4105-895B-A260C34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CE653-FA35-4798-9F6F-683CB53E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Reproduce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E52DA-DC70-4192-ADC8-9176B88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91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python rank.py --candidates ./data/candidates.jsonl --out ./outputs/team_redrob_ranker.csv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E40DB-F89A-4BA4-B660-0495309A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Redrob Data &amp; AI Challenge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5565E-BF65-4FF2-9B7C-DDEE5E3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8579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2026-07-01T12:37:53.4800000Z</dcterms:created>
  <dcterms:modified xsi:type="dcterms:W3CDTF">2026-07-01T12:37:53.4800000Z</dcterms:modified>
</coreProperties>
</file>